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
</Relationships>
</file>

<file path=ppt/slideLayouts/_rels/slideLayout1.xml.rels><?xml version="1.0" encoding="UTF-8" standalone="yes"?><Relationships xmlns="http://schemas.openxmlformats.org/package/2006/relationships"/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3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4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5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6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7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8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9.pn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0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277600" cy="548640"/>
          </a:xfrm>
        </p:spPr>
        <p:txBody>
          <a:bodyPr/>
          <a:lstStyle/>
          <a:p>
            <a:r>
              <a:rPr lang="ko-KR" sz="3000" b="1">
                <a:solidFill>
                  <a:srgbClr val="182026"/>
                </a:solidFill>
              </a:rPr>
              <a:t>Table Order MVP</a:t>
            </a:r>
          </a:p>
        </p:txBody>
      </p:sp>
      <p:sp>
        <p:nvSpPr>
          <p:cNvPr id="3" name="Subtitle"/>
          <p:cNvSpPr/>
          <p:nvPr/>
        </p:nvSpPr>
        <p:spPr>
          <a:xfrm>
            <a:off x="457200" y="822960"/>
            <a:ext cx="11277600" cy="396240"/>
          </a:xfrm>
        </p:spPr>
        <p:txBody>
          <a:bodyPr/>
          <a:lstStyle/>
          <a:p>
            <a:r>
              <a:rPr lang="ko-KR" sz="1500">
                <a:solidFill>
                  <a:srgbClr val="4F5B62"/>
                </a:solidFill>
              </a:rPr>
              <a:t>고객 주문과 관리자 운영을 한 흐름에서 확인하는 테이블 주문 프로토타입</a:t>
            </a:r>
          </a:p>
        </p:txBody>
      </p:sp>
      <p:pic>
        <p:nvPicPr>
          <p:cNvPr id="4" name="Screenshot 1"/>
          <p:cNvPicPr/>
          <p:nvPr/>
        </p:nvPicPr>
        <p:blipFill>
          <a:blip r:embed="rId1"/>
          <a:stretch>
            <a:fillRect/>
          </a:stretch>
        </p:blipFill>
        <p:spPr>
          <a:xfrm>
            <a:off x="609600" y="1371600"/>
            <a:ext cx="10972800" cy="4693920"/>
          </a:xfrm>
          <a:prstGeom prst="rect">
            <a:avLst/>
          </a:prstGeom>
        </p:spPr>
      </p:pic>
      <p:sp>
        <p:nvSpPr>
          <p:cNvPr id="5" name="Note"/>
          <p:cNvSpPr/>
          <p:nvPr/>
        </p:nvSpPr>
        <p:spPr>
          <a:xfrm>
            <a:off x="609600" y="6225540"/>
            <a:ext cx="10972800" cy="365760"/>
          </a:xfrm>
        </p:spPr>
        <p:txBody>
          <a:bodyPr/>
          <a:lstStyle/>
          <a:p>
            <a:r>
              <a:rPr lang="ko-KR" sz="1200">
                <a:solidFill>
                  <a:srgbClr val="6F4D28"/>
                </a:solidFill>
              </a:rPr>
              <a:t>첫 화면에서 고객 주문과 관리자 운영 진입점을 분리합니다.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277600" cy="548640"/>
          </a:xfrm>
        </p:spPr>
        <p:txBody>
          <a:bodyPr/>
          <a:lstStyle/>
          <a:p>
            <a:r>
              <a:rPr lang="ko-KR" sz="3000" b="1">
                <a:solidFill>
                  <a:srgbClr val="182026"/>
                </a:solidFill>
              </a:rPr>
              <a:t>고객 테이블 설정</a:t>
            </a:r>
          </a:p>
        </p:txBody>
      </p:sp>
      <p:sp>
        <p:nvSpPr>
          <p:cNvPr id="3" name="Subtitle"/>
          <p:cNvSpPr/>
          <p:nvPr/>
        </p:nvSpPr>
        <p:spPr>
          <a:xfrm>
            <a:off x="457200" y="822960"/>
            <a:ext cx="11277600" cy="396240"/>
          </a:xfrm>
        </p:spPr>
        <p:txBody>
          <a:bodyPr/>
          <a:lstStyle/>
          <a:p>
            <a:r>
              <a:rPr lang="ko-KR" sz="1500">
                <a:solidFill>
                  <a:srgbClr val="4F5B62"/>
                </a:solidFill>
              </a:rPr>
              <a:t>매장 코드와 테이블 비밀번호로 고객의 주문 세션을 시작합니다.</a:t>
            </a:r>
          </a:p>
        </p:txBody>
      </p:sp>
      <p:pic>
        <p:nvPicPr>
          <p:cNvPr id="4" name="Screenshot 2"/>
          <p:cNvPicPr/>
          <p:nvPr/>
        </p:nvPicPr>
        <p:blipFill>
          <a:blip r:embed="rId1"/>
          <a:stretch>
            <a:fillRect/>
          </a:stretch>
        </p:blipFill>
        <p:spPr>
          <a:xfrm>
            <a:off x="609600" y="1371600"/>
            <a:ext cx="10972800" cy="4693920"/>
          </a:xfrm>
          <a:prstGeom prst="rect">
            <a:avLst/>
          </a:prstGeom>
        </p:spPr>
      </p:pic>
      <p:sp>
        <p:nvSpPr>
          <p:cNvPr id="5" name="Note"/>
          <p:cNvSpPr/>
          <p:nvPr/>
        </p:nvSpPr>
        <p:spPr>
          <a:xfrm>
            <a:off x="609600" y="6225540"/>
            <a:ext cx="10972800" cy="365760"/>
          </a:xfrm>
        </p:spPr>
        <p:txBody>
          <a:bodyPr/>
          <a:lstStyle/>
          <a:p>
            <a:r>
              <a:rPr lang="ko-KR" sz="1200">
                <a:solidFill>
                  <a:srgbClr val="6F4D28"/>
                </a:solidFill>
              </a:rPr>
              <a:t>데모 입력값은 demo-store, 1번 테이블, table-1입니다.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277600" cy="548640"/>
          </a:xfrm>
        </p:spPr>
        <p:txBody>
          <a:bodyPr/>
          <a:lstStyle/>
          <a:p>
            <a:r>
              <a:rPr lang="ko-KR" sz="3000" b="1">
                <a:solidFill>
                  <a:srgbClr val="182026"/>
                </a:solidFill>
              </a:rPr>
              <a:t>고객 메뉴 탐색</a:t>
            </a:r>
          </a:p>
        </p:txBody>
      </p:sp>
      <p:sp>
        <p:nvSpPr>
          <p:cNvPr id="3" name="Subtitle"/>
          <p:cNvSpPr/>
          <p:nvPr/>
        </p:nvSpPr>
        <p:spPr>
          <a:xfrm>
            <a:off x="457200" y="822960"/>
            <a:ext cx="11277600" cy="396240"/>
          </a:xfrm>
        </p:spPr>
        <p:txBody>
          <a:bodyPr/>
          <a:lstStyle/>
          <a:p>
            <a:r>
              <a:rPr lang="ko-KR" sz="1500">
                <a:solidFill>
                  <a:srgbClr val="4F5B62"/>
                </a:solidFill>
              </a:rPr>
              <a:t>카테고리별 메뉴를 확인하고 장바구니에 담습니다.</a:t>
            </a:r>
          </a:p>
        </p:txBody>
      </p:sp>
      <p:pic>
        <p:nvPicPr>
          <p:cNvPr id="4" name="Screenshot 3"/>
          <p:cNvPicPr/>
          <p:nvPr/>
        </p:nvPicPr>
        <p:blipFill>
          <a:blip r:embed="rId1"/>
          <a:stretch>
            <a:fillRect/>
          </a:stretch>
        </p:blipFill>
        <p:spPr>
          <a:xfrm>
            <a:off x="609600" y="1371600"/>
            <a:ext cx="10972800" cy="4693920"/>
          </a:xfrm>
          <a:prstGeom prst="rect">
            <a:avLst/>
          </a:prstGeom>
        </p:spPr>
      </p:pic>
      <p:sp>
        <p:nvSpPr>
          <p:cNvPr id="5" name="Note"/>
          <p:cNvSpPr/>
          <p:nvPr/>
        </p:nvSpPr>
        <p:spPr>
          <a:xfrm>
            <a:off x="609600" y="6225540"/>
            <a:ext cx="10972800" cy="365760"/>
          </a:xfrm>
        </p:spPr>
        <p:txBody>
          <a:bodyPr/>
          <a:lstStyle/>
          <a:p>
            <a:r>
              <a:rPr lang="ko-KR" sz="1200">
                <a:solidFill>
                  <a:srgbClr val="6F4D28"/>
                </a:solidFill>
              </a:rPr>
              <a:t>메뉴 seed data로 식사, 음료, 사이드 카테고리를 제공합니다.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277600" cy="548640"/>
          </a:xfrm>
        </p:spPr>
        <p:txBody>
          <a:bodyPr/>
          <a:lstStyle/>
          <a:p>
            <a:r>
              <a:rPr lang="ko-KR" sz="3000" b="1">
                <a:solidFill>
                  <a:srgbClr val="182026"/>
                </a:solidFill>
              </a:rPr>
              <a:t>고객 장바구니</a:t>
            </a:r>
          </a:p>
        </p:txBody>
      </p:sp>
      <p:sp>
        <p:nvSpPr>
          <p:cNvPr id="3" name="Subtitle"/>
          <p:cNvSpPr/>
          <p:nvPr/>
        </p:nvSpPr>
        <p:spPr>
          <a:xfrm>
            <a:off x="457200" y="822960"/>
            <a:ext cx="11277600" cy="396240"/>
          </a:xfrm>
        </p:spPr>
        <p:txBody>
          <a:bodyPr/>
          <a:lstStyle/>
          <a:p>
            <a:r>
              <a:rPr lang="ko-KR" sz="1500">
                <a:solidFill>
                  <a:srgbClr val="4F5B62"/>
                </a:solidFill>
              </a:rPr>
              <a:t>수량 조정과 총액 확인 후 주문을 제출합니다.</a:t>
            </a:r>
          </a:p>
        </p:txBody>
      </p:sp>
      <p:pic>
        <p:nvPicPr>
          <p:cNvPr id="4" name="Screenshot 4"/>
          <p:cNvPicPr/>
          <p:nvPr/>
        </p:nvPicPr>
        <p:blipFill>
          <a:blip r:embed="rId1"/>
          <a:stretch>
            <a:fillRect/>
          </a:stretch>
        </p:blipFill>
        <p:spPr>
          <a:xfrm>
            <a:off x="609600" y="1371600"/>
            <a:ext cx="10972800" cy="4693920"/>
          </a:xfrm>
          <a:prstGeom prst="rect">
            <a:avLst/>
          </a:prstGeom>
        </p:spPr>
      </p:pic>
      <p:sp>
        <p:nvSpPr>
          <p:cNvPr id="5" name="Note"/>
          <p:cNvSpPr/>
          <p:nvPr/>
        </p:nvSpPr>
        <p:spPr>
          <a:xfrm>
            <a:off x="609600" y="6225540"/>
            <a:ext cx="10972800" cy="365760"/>
          </a:xfrm>
        </p:spPr>
        <p:txBody>
          <a:bodyPr/>
          <a:lstStyle/>
          <a:p>
            <a:r>
              <a:rPr lang="ko-KR" sz="1200">
                <a:solidFill>
                  <a:srgbClr val="6F4D28"/>
                </a:solidFill>
              </a:rPr>
              <a:t>장바구니 총액은 line total 합과 일치하도록 검증됩니다.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277600" cy="548640"/>
          </a:xfrm>
        </p:spPr>
        <p:txBody>
          <a:bodyPr/>
          <a:lstStyle/>
          <a:p>
            <a:r>
              <a:rPr lang="ko-KR" sz="3000" b="1">
                <a:solidFill>
                  <a:srgbClr val="182026"/>
                </a:solidFill>
              </a:rPr>
              <a:t>고객 주문 내역</a:t>
            </a:r>
          </a:p>
        </p:txBody>
      </p:sp>
      <p:sp>
        <p:nvSpPr>
          <p:cNvPr id="3" name="Subtitle"/>
          <p:cNvSpPr/>
          <p:nvPr/>
        </p:nvSpPr>
        <p:spPr>
          <a:xfrm>
            <a:off x="457200" y="822960"/>
            <a:ext cx="11277600" cy="396240"/>
          </a:xfrm>
        </p:spPr>
        <p:txBody>
          <a:bodyPr/>
          <a:lstStyle/>
          <a:p>
            <a:r>
              <a:rPr lang="ko-KR" sz="1500">
                <a:solidFill>
                  <a:srgbClr val="4F5B62"/>
                </a:solidFill>
              </a:rPr>
              <a:t>현재 테이블 세션에서 제출한 주문을 확인합니다.</a:t>
            </a:r>
          </a:p>
        </p:txBody>
      </p:sp>
      <p:pic>
        <p:nvPicPr>
          <p:cNvPr id="4" name="Screenshot 5"/>
          <p:cNvPicPr/>
          <p:nvPr/>
        </p:nvPicPr>
        <p:blipFill>
          <a:blip r:embed="rId1"/>
          <a:stretch>
            <a:fillRect/>
          </a:stretch>
        </p:blipFill>
        <p:spPr>
          <a:xfrm>
            <a:off x="609600" y="1371600"/>
            <a:ext cx="10972800" cy="4693920"/>
          </a:xfrm>
          <a:prstGeom prst="rect">
            <a:avLst/>
          </a:prstGeom>
        </p:spPr>
      </p:pic>
      <p:sp>
        <p:nvSpPr>
          <p:cNvPr id="5" name="Note"/>
          <p:cNvSpPr/>
          <p:nvPr/>
        </p:nvSpPr>
        <p:spPr>
          <a:xfrm>
            <a:off x="609600" y="6225540"/>
            <a:ext cx="10972800" cy="365760"/>
          </a:xfrm>
        </p:spPr>
        <p:txBody>
          <a:bodyPr/>
          <a:lstStyle/>
          <a:p>
            <a:r>
              <a:rPr lang="ko-KR" sz="1200">
                <a:solidFill>
                  <a:srgbClr val="6F4D28"/>
                </a:solidFill>
              </a:rPr>
              <a:t>주문 제출 후 현재 세션 주문 목록이 표시됩니다.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277600" cy="548640"/>
          </a:xfrm>
        </p:spPr>
        <p:txBody>
          <a:bodyPr/>
          <a:lstStyle/>
          <a:p>
            <a:r>
              <a:rPr lang="ko-KR" sz="3000" b="1">
                <a:solidFill>
                  <a:srgbClr val="182026"/>
                </a:solidFill>
              </a:rPr>
              <a:t>관리자 로그인</a:t>
            </a:r>
          </a:p>
        </p:txBody>
      </p:sp>
      <p:sp>
        <p:nvSpPr>
          <p:cNvPr id="3" name="Subtitle"/>
          <p:cNvSpPr/>
          <p:nvPr/>
        </p:nvSpPr>
        <p:spPr>
          <a:xfrm>
            <a:off x="457200" y="822960"/>
            <a:ext cx="11277600" cy="396240"/>
          </a:xfrm>
        </p:spPr>
        <p:txBody>
          <a:bodyPr/>
          <a:lstStyle/>
          <a:p>
            <a:r>
              <a:rPr lang="ko-KR" sz="1500">
                <a:solidFill>
                  <a:srgbClr val="4F5B62"/>
                </a:solidFill>
              </a:rPr>
              <a:t>데모 관리자 계정으로 운영 화면에 접근합니다.</a:t>
            </a:r>
          </a:p>
        </p:txBody>
      </p:sp>
      <p:pic>
        <p:nvPicPr>
          <p:cNvPr id="4" name="Screenshot 6"/>
          <p:cNvPicPr/>
          <p:nvPr/>
        </p:nvPicPr>
        <p:blipFill>
          <a:blip r:embed="rId1"/>
          <a:stretch>
            <a:fillRect/>
          </a:stretch>
        </p:blipFill>
        <p:spPr>
          <a:xfrm>
            <a:off x="609600" y="1371600"/>
            <a:ext cx="10972800" cy="4693920"/>
          </a:xfrm>
          <a:prstGeom prst="rect">
            <a:avLst/>
          </a:prstGeom>
        </p:spPr>
      </p:pic>
      <p:sp>
        <p:nvSpPr>
          <p:cNvPr id="5" name="Note"/>
          <p:cNvSpPr/>
          <p:nvPr/>
        </p:nvSpPr>
        <p:spPr>
          <a:xfrm>
            <a:off x="609600" y="6225540"/>
            <a:ext cx="10972800" cy="365760"/>
          </a:xfrm>
        </p:spPr>
        <p:txBody>
          <a:bodyPr/>
          <a:lstStyle/>
          <a:p>
            <a:r>
              <a:rPr lang="ko-KR" sz="1200">
                <a:solidFill>
                  <a:srgbClr val="6F4D28"/>
                </a:solidFill>
              </a:rPr>
              <a:t>데모 입력값은 demo-store, admin입니다.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277600" cy="548640"/>
          </a:xfrm>
        </p:spPr>
        <p:txBody>
          <a:bodyPr/>
          <a:lstStyle/>
          <a:p>
            <a:r>
              <a:rPr lang="ko-KR" sz="3000" b="1">
                <a:solidFill>
                  <a:srgbClr val="182026"/>
                </a:solidFill>
              </a:rPr>
              <a:t>관리자 대시보드</a:t>
            </a:r>
          </a:p>
        </p:txBody>
      </p:sp>
      <p:sp>
        <p:nvSpPr>
          <p:cNvPr id="3" name="Subtitle"/>
          <p:cNvSpPr/>
          <p:nvPr/>
        </p:nvSpPr>
        <p:spPr>
          <a:xfrm>
            <a:off x="457200" y="822960"/>
            <a:ext cx="11277600" cy="396240"/>
          </a:xfrm>
        </p:spPr>
        <p:txBody>
          <a:bodyPr/>
          <a:lstStyle/>
          <a:p>
            <a:r>
              <a:rPr lang="ko-KR" sz="1500">
                <a:solidFill>
                  <a:srgbClr val="4F5B62"/>
                </a:solidFill>
              </a:rPr>
              <a:t>테이블별 실시간 주문 현황과 주문 상태를 관리합니다.</a:t>
            </a:r>
          </a:p>
        </p:txBody>
      </p:sp>
      <p:pic>
        <p:nvPicPr>
          <p:cNvPr id="4" name="Screenshot 7"/>
          <p:cNvPicPr/>
          <p:nvPr/>
        </p:nvPicPr>
        <p:blipFill>
          <a:blip r:embed="rId1"/>
          <a:stretch>
            <a:fillRect/>
          </a:stretch>
        </p:blipFill>
        <p:spPr>
          <a:xfrm>
            <a:off x="609600" y="1371600"/>
            <a:ext cx="10972800" cy="4693920"/>
          </a:xfrm>
          <a:prstGeom prst="rect">
            <a:avLst/>
          </a:prstGeom>
        </p:spPr>
      </p:pic>
      <p:sp>
        <p:nvSpPr>
          <p:cNvPr id="5" name="Note"/>
          <p:cNvSpPr/>
          <p:nvPr/>
        </p:nvSpPr>
        <p:spPr>
          <a:xfrm>
            <a:off x="609600" y="6225540"/>
            <a:ext cx="10972800" cy="365760"/>
          </a:xfrm>
        </p:spPr>
        <p:txBody>
          <a:bodyPr/>
          <a:lstStyle/>
          <a:p>
            <a:r>
              <a:rPr lang="ko-KR" sz="1200">
                <a:solidFill>
                  <a:srgbClr val="6F4D28"/>
                </a:solidFill>
              </a:rPr>
              <a:t>SSE 기반 realtime event와 snapshot reload를 함께 사용합니다.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277600" cy="548640"/>
          </a:xfrm>
        </p:spPr>
        <p:txBody>
          <a:bodyPr/>
          <a:lstStyle/>
          <a:p>
            <a:r>
              <a:rPr lang="ko-KR" sz="3000" b="1">
                <a:solidFill>
                  <a:srgbClr val="182026"/>
                </a:solidFill>
              </a:rPr>
              <a:t>테이블 관리</a:t>
            </a:r>
          </a:p>
        </p:txBody>
      </p:sp>
      <p:sp>
        <p:nvSpPr>
          <p:cNvPr id="3" name="Subtitle"/>
          <p:cNvSpPr/>
          <p:nvPr/>
        </p:nvSpPr>
        <p:spPr>
          <a:xfrm>
            <a:off x="457200" y="822960"/>
            <a:ext cx="11277600" cy="396240"/>
          </a:xfrm>
        </p:spPr>
        <p:txBody>
          <a:bodyPr/>
          <a:lstStyle/>
          <a:p>
            <a:r>
              <a:rPr lang="ko-KR" sz="1500">
                <a:solidFill>
                  <a:srgbClr val="4F5B62"/>
                </a:solidFill>
              </a:rPr>
              <a:t>테이블 비밀번호와 세션 완료 처리를 관리합니다.</a:t>
            </a:r>
          </a:p>
        </p:txBody>
      </p:sp>
      <p:pic>
        <p:nvPicPr>
          <p:cNvPr id="4" name="Screenshot 8"/>
          <p:cNvPicPr/>
          <p:nvPr/>
        </p:nvPicPr>
        <p:blipFill>
          <a:blip r:embed="rId1"/>
          <a:stretch>
            <a:fillRect/>
          </a:stretch>
        </p:blipFill>
        <p:spPr>
          <a:xfrm>
            <a:off x="609600" y="1371600"/>
            <a:ext cx="10972800" cy="4693920"/>
          </a:xfrm>
          <a:prstGeom prst="rect">
            <a:avLst/>
          </a:prstGeom>
        </p:spPr>
      </p:pic>
      <p:sp>
        <p:nvSpPr>
          <p:cNvPr id="5" name="Note"/>
          <p:cNvSpPr/>
          <p:nvPr/>
        </p:nvSpPr>
        <p:spPr>
          <a:xfrm>
            <a:off x="609600" y="6225540"/>
            <a:ext cx="10972800" cy="365760"/>
          </a:xfrm>
        </p:spPr>
        <p:txBody>
          <a:bodyPr/>
          <a:lstStyle/>
          <a:p>
            <a:r>
              <a:rPr lang="ko-KR" sz="1200">
                <a:solidFill>
                  <a:srgbClr val="6F4D28"/>
                </a:solidFill>
              </a:rPr>
              <a:t>테이블 완료 시 active dashboard 주문에서 제외됩니다.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277600" cy="548640"/>
          </a:xfrm>
        </p:spPr>
        <p:txBody>
          <a:bodyPr/>
          <a:lstStyle/>
          <a:p>
            <a:r>
              <a:rPr lang="ko-KR" sz="3000" b="1">
                <a:solidFill>
                  <a:srgbClr val="182026"/>
                </a:solidFill>
              </a:rPr>
              <a:t>메뉴 관리</a:t>
            </a:r>
          </a:p>
        </p:txBody>
      </p:sp>
      <p:sp>
        <p:nvSpPr>
          <p:cNvPr id="3" name="Subtitle"/>
          <p:cNvSpPr/>
          <p:nvPr/>
        </p:nvSpPr>
        <p:spPr>
          <a:xfrm>
            <a:off x="457200" y="822960"/>
            <a:ext cx="11277600" cy="396240"/>
          </a:xfrm>
        </p:spPr>
        <p:txBody>
          <a:bodyPr/>
          <a:lstStyle/>
          <a:p>
            <a:r>
              <a:rPr lang="ko-KR" sz="1500">
                <a:solidFill>
                  <a:srgbClr val="4F5B62"/>
                </a:solidFill>
              </a:rPr>
              <a:t>메뉴 등록, 수정, 삭제, 순서 변경을 수행합니다.</a:t>
            </a:r>
          </a:p>
        </p:txBody>
      </p:sp>
      <p:pic>
        <p:nvPicPr>
          <p:cNvPr id="4" name="Screenshot 9"/>
          <p:cNvPicPr/>
          <p:nvPr/>
        </p:nvPicPr>
        <p:blipFill>
          <a:blip r:embed="rId1"/>
          <a:stretch>
            <a:fillRect/>
          </a:stretch>
        </p:blipFill>
        <p:spPr>
          <a:xfrm>
            <a:off x="609600" y="1371600"/>
            <a:ext cx="10972800" cy="4693920"/>
          </a:xfrm>
          <a:prstGeom prst="rect">
            <a:avLst/>
          </a:prstGeom>
        </p:spPr>
      </p:pic>
      <p:sp>
        <p:nvSpPr>
          <p:cNvPr id="5" name="Note"/>
          <p:cNvSpPr/>
          <p:nvPr/>
        </p:nvSpPr>
        <p:spPr>
          <a:xfrm>
            <a:off x="609600" y="6225540"/>
            <a:ext cx="10972800" cy="365760"/>
          </a:xfrm>
        </p:spPr>
        <p:txBody>
          <a:bodyPr/>
          <a:lstStyle/>
          <a:p>
            <a:r>
              <a:rPr lang="ko-KR" sz="1200">
                <a:solidFill>
                  <a:srgbClr val="6F4D28"/>
                </a:solidFill>
              </a:rPr>
              <a:t>메뉴 운영 흐름은 관리자 전용 화면에서 처리합니다.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277600" cy="548640"/>
          </a:xfrm>
        </p:spPr>
        <p:txBody>
          <a:bodyPr/>
          <a:lstStyle/>
          <a:p>
            <a:r>
              <a:rPr lang="ko-KR" sz="3000" b="1">
                <a:solidFill>
                  <a:srgbClr val="182026"/>
                </a:solidFill>
              </a:rPr>
              <a:t>주문 이력</a:t>
            </a:r>
          </a:p>
        </p:txBody>
      </p:sp>
      <p:sp>
        <p:nvSpPr>
          <p:cNvPr id="3" name="Subtitle"/>
          <p:cNvSpPr/>
          <p:nvPr/>
        </p:nvSpPr>
        <p:spPr>
          <a:xfrm>
            <a:off x="457200" y="822960"/>
            <a:ext cx="11277600" cy="396240"/>
          </a:xfrm>
        </p:spPr>
        <p:txBody>
          <a:bodyPr/>
          <a:lstStyle/>
          <a:p>
            <a:r>
              <a:rPr lang="ko-KR" sz="1500">
                <a:solidFill>
                  <a:srgbClr val="4F5B62"/>
                </a:solidFill>
              </a:rPr>
              <a:t>테이블과 기간 기준으로 과거 주문을 조회합니다.</a:t>
            </a:r>
          </a:p>
        </p:txBody>
      </p:sp>
      <p:pic>
        <p:nvPicPr>
          <p:cNvPr id="4" name="Screenshot 10"/>
          <p:cNvPicPr/>
          <p:nvPr/>
        </p:nvPicPr>
        <p:blipFill>
          <a:blip r:embed="rId1"/>
          <a:stretch>
            <a:fillRect/>
          </a:stretch>
        </p:blipFill>
        <p:spPr>
          <a:xfrm>
            <a:off x="609600" y="1371600"/>
            <a:ext cx="10972800" cy="4693920"/>
          </a:xfrm>
          <a:prstGeom prst="rect">
            <a:avLst/>
          </a:prstGeom>
        </p:spPr>
      </p:pic>
      <p:sp>
        <p:nvSpPr>
          <p:cNvPr id="5" name="Note"/>
          <p:cNvSpPr/>
          <p:nvPr/>
        </p:nvSpPr>
        <p:spPr>
          <a:xfrm>
            <a:off x="609600" y="6225540"/>
            <a:ext cx="10972800" cy="365760"/>
          </a:xfrm>
        </p:spPr>
        <p:txBody>
          <a:bodyPr/>
          <a:lstStyle/>
          <a:p>
            <a:r>
              <a:rPr lang="ko-KR" sz="1200">
                <a:solidFill>
                  <a:srgbClr val="6F4D28"/>
                </a:solidFill>
              </a:rPr>
              <a:t>완료된 세션의 주문은 이력 화면에서 확인합니다.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ble Order Theme">
  <a:themeElements>
    <a:clrScheme name="Table Order">
      <a:dk1>
        <a:srgbClr val="182026"/>
      </a:dk1>
      <a:lt1>
        <a:srgbClr val="F7F5F1"/>
      </a:lt1>
      <a:dk2>
        <a:srgbClr val="263238"/>
      </a:dk2>
      <a:lt2>
        <a:srgbClr val="FFFFFF"/>
      </a:lt2>
      <a:accent1>
        <a:srgbClr val="1F6F5B"/>
      </a:accent1>
      <a:accent2>
        <a:srgbClr val="E8DED1"/>
      </a:accent2>
      <a:accent3>
        <a:srgbClr val="9D3D35"/>
      </a:accent3>
      <a:accent4>
        <a:srgbClr val="E0B84D"/>
      </a:accent4>
      <a:accent5>
        <a:srgbClr val="4F5B62"/>
      </a:accent5>
      <a:accent6>
        <a:srgbClr val="6F4D28"/>
      </a:accent6>
      <a:hlink>
        <a:srgbClr val="1F6F5B"/>
      </a:hlink>
      <a:folHlink>
        <a:srgbClr val="6F4D28"/>
      </a:folHlink>
    </a:clrScheme>
    <a:fontScheme name="Arial">
      <a:majorFont>
        <a:latin typeface="Arial"/>
      </a:majorFont>
      <a:minorFont>
        <a:latin typeface="Arial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 Order MVP Demo</dc:title>
  <dc:creator>Codex</dc:creator>
  <cp:lastModifiedBy>Codex</cp:lastModifiedBy>
  <dcterms:created xsi:type="dcterms:W3CDTF">2026-07-08T06:43:55.010Z</dcterms:created>
  <dcterms:modified xsi:type="dcterms:W3CDTF">2026-07-08T06:43:55.011Z</dcterms:modified>
</cp:coreProperties>
</file>